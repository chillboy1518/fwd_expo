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8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87400DC-50A4-4B03-85E0-5299BB019F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42A0-1F3A-47F6-9D5A-51AD28DCD786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0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00DC-50A4-4B03-85E0-5299BB019F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42A0-1F3A-47F6-9D5A-51AD28D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3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00DC-50A4-4B03-85E0-5299BB019F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42A0-1F3A-47F6-9D5A-51AD28DCD78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5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00DC-50A4-4B03-85E0-5299BB019F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42A0-1F3A-47F6-9D5A-51AD28D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6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00DC-50A4-4B03-85E0-5299BB019F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42A0-1F3A-47F6-9D5A-51AD28D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50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00DC-50A4-4B03-85E0-5299BB019F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42A0-1F3A-47F6-9D5A-51AD28D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11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00DC-50A4-4B03-85E0-5299BB019F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42A0-1F3A-47F6-9D5A-51AD28D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26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00DC-50A4-4B03-85E0-5299BB019F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42A0-1F3A-47F6-9D5A-51AD28D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7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00DC-50A4-4B03-85E0-5299BB019F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42A0-1F3A-47F6-9D5A-51AD28DCD78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297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00DC-50A4-4B03-85E0-5299BB019F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42A0-1F3A-47F6-9D5A-51AD28DCD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45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00DC-50A4-4B03-85E0-5299BB019F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42A0-1F3A-47F6-9D5A-51AD28DCD78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98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87400DC-50A4-4B03-85E0-5299BB019F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95A42A0-1F3A-47F6-9D5A-51AD28DCD78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616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179602-F9F1-4DF6-620B-EA4CE5A1CF6C}"/>
              </a:ext>
            </a:extLst>
          </p:cNvPr>
          <p:cNvSpPr txBox="1"/>
          <p:nvPr/>
        </p:nvSpPr>
        <p:spPr>
          <a:xfrm>
            <a:off x="1520687" y="2121212"/>
            <a:ext cx="91506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Algerian" panose="04020705040A02060702" pitchFamily="82" charset="0"/>
              </a:rPr>
              <a:t>Automated Restaurant Food Billing System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C58797-EF2D-72E6-7C6F-F32B2AB96D46}"/>
              </a:ext>
            </a:extLst>
          </p:cNvPr>
          <p:cNvSpPr txBox="1"/>
          <p:nvPr/>
        </p:nvSpPr>
        <p:spPr>
          <a:xfrm>
            <a:off x="2094672" y="4983770"/>
            <a:ext cx="6097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Name: K. Kushal Kumar</a:t>
            </a:r>
          </a:p>
          <a:p>
            <a:pPr algn="r"/>
            <a:r>
              <a:rPr 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ID: 2520040031</a:t>
            </a:r>
          </a:p>
          <a:p>
            <a:pPr algn="r"/>
            <a:r>
              <a:rPr 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Cluster: 2</a:t>
            </a:r>
          </a:p>
          <a:p>
            <a:pPr algn="r"/>
            <a:r>
              <a:rPr 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Section: 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20B14-5D50-7E4E-9912-7EB44785BE09}"/>
              </a:ext>
            </a:extLst>
          </p:cNvPr>
          <p:cNvSpPr txBox="1"/>
          <p:nvPr/>
        </p:nvSpPr>
        <p:spPr>
          <a:xfrm>
            <a:off x="8328162" y="4952992"/>
            <a:ext cx="369984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the Guidance </a:t>
            </a:r>
          </a:p>
          <a:p>
            <a:pPr marL="0" indent="0" algn="ctr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</a:t>
            </a:r>
            <a:endParaRPr lang="en-US" sz="180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 Name: </a:t>
            </a: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NM Deepika</a:t>
            </a:r>
            <a:endParaRPr lang="en-US" sz="180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Assistant Professor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80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51FA6647-B4AE-1E90-2AC8-4FCC17F92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100" y="238019"/>
            <a:ext cx="2434674" cy="131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5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C95F1-4485-B435-E41A-30DF65E8E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28F12-660E-FAE4-318A-5A0FA34F7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528" y="2084832"/>
            <a:ext cx="9720073" cy="437123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934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B8DB-9E94-FB32-3CA8-59D6C73B4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B4A20-9C40-2ED3-6B02-22C846116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589" y="2249424"/>
            <a:ext cx="9720073" cy="4023360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Web-based restaurant billing management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Developed using HTML, CSS, and 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Digital menu with veg, non-veg, biryani, and drinks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Automatic billing and calculation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Generates unique invoice numbers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Supports multiple payment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Stores invoices digitally using LocalStorage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Allows searching and managing invoices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Provides dashboard for sales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Supports bill printing and PDF download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9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7D9A-2BC1-629F-ACA7-3AA52A49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FEF89-B383-880E-03C6-74E92E162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407" y="2249424"/>
            <a:ext cx="9720073" cy="4023360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Manual billing using paper registers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Orders written by cashier or waiter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Calculations done using calculator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Records stored in notebooks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Difficult to search previous bills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High chance of human errors</a:t>
            </a:r>
          </a:p>
        </p:txBody>
      </p:sp>
    </p:spTree>
    <p:extLst>
      <p:ext uri="{BB962C8B-B14F-4D97-AF65-F5344CB8AC3E}">
        <p14:creationId xmlns:p14="http://schemas.microsoft.com/office/powerpoint/2010/main" val="152071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F0BD-8F41-BED9-E76B-E2A04BAD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ACD05-819B-AD90-DB61-CEA9D8CA9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Automated restaurant billing web application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Menu database with many food items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Automatic price and total calculation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Unique invoice number generation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Supports multiple payment methods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Stores invoices digitally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Allows search, delete, print and download invoices</a:t>
            </a:r>
          </a:p>
        </p:txBody>
      </p:sp>
    </p:spTree>
    <p:extLst>
      <p:ext uri="{BB962C8B-B14F-4D97-AF65-F5344CB8AC3E}">
        <p14:creationId xmlns:p14="http://schemas.microsoft.com/office/powerpoint/2010/main" val="425450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7C63-2D76-137C-57C6-CB8C728D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System architecture</a:t>
            </a:r>
          </a:p>
        </p:txBody>
      </p:sp>
      <p:pic>
        <p:nvPicPr>
          <p:cNvPr id="4" name="Content Placeholder 15">
            <a:extLst>
              <a:ext uri="{FF2B5EF4-FFF2-40B4-BE49-F238E27FC236}">
                <a16:creationId xmlns:a16="http://schemas.microsoft.com/office/drawing/2014/main" id="{C184D746-E489-4E7F-0039-90480C24A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479" y="2084832"/>
            <a:ext cx="8738727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61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63059-CB9F-8851-24B8-3C6AFC471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Project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A988C-2E20-A22A-DF9E-274EB65098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8" y="2385391"/>
            <a:ext cx="4754880" cy="402336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spcBef>
                <a:spcPts val="1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&amp; Authentication Module:</a:t>
            </a:r>
          </a:p>
          <a:p>
            <a:pPr marL="228600" lvl="0" indent="-228600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forms and JavaScript validation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verify user login.</a:t>
            </a:r>
          </a:p>
          <a:p>
            <a:pPr marL="228600" lvl="0" indent="-228600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credentials are stored and managed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 for authentication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Management Module:</a:t>
            </a:r>
          </a:p>
          <a:p>
            <a:pPr marL="228600" lvl="0" indent="-228600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items are stored using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menu database (object)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lvl="0" indent="-228600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select items from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dropdown menu with category filters (Veg, Non-Veg, Biryani, Drinks)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B8E72-DE05-33DB-4E2D-C11DD2151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9320" y="2385391"/>
            <a:ext cx="4754880" cy="402336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spcBef>
                <a:spcPts val="1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Module:</a:t>
            </a:r>
          </a:p>
          <a:p>
            <a:pPr marL="228600" lvl="0" indent="-228600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bills dynamically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arrays and DOM manipulation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lvl="0" indent="-228600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calculates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subtotal, tax (5%), discount, and final total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lvl="0" indent="-228600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Module:</a:t>
            </a:r>
          </a:p>
          <a:p>
            <a:pPr marL="228600" lvl="0" indent="-228600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designed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for structure and CSS for styling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lvl="0" indent="-228600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UI features such as theme toggle and responsive layout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304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F3462-B120-1560-CFF4-A5221361E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036" y="824948"/>
            <a:ext cx="10525538" cy="5484412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5. </a:t>
            </a:r>
            <a:r>
              <a:rPr kumimoji="0" lang="en-US" sz="22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Invoice Management Module: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Each bill is assigned a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unique invoice number automatically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Invoice data is saved and retrieved using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LocalStorage-based invoice storage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6. </a:t>
            </a:r>
            <a:r>
              <a:rPr kumimoji="0" lang="en-US" sz="22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Payment Processing Module: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Supports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multiple payment methods such as Cash, Card, and UPI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Payment information is stored along with the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invoice transaction details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7. </a:t>
            </a:r>
            <a:r>
              <a:rPr kumimoji="0" lang="en-US" sz="22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Dashboard &amp; Reporting Module: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Displays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total invoices generated and total sales revenue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Shows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today’s sales statistics using dynamic JavaScript calculations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8. </a:t>
            </a:r>
            <a:r>
              <a:rPr kumimoji="0" lang="en-US" sz="22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Bill Output Module: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Allows users to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 bills using JavaScript print functionality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Supports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downloading invoices as PDF using the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jsPDF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library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268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E6DED-11B9-FA21-3387-5426C9F19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0DD0F-2A12-81DA-4F15-DCBE6E95F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439" y="2207679"/>
            <a:ext cx="10267121" cy="4065105"/>
          </a:xfrm>
        </p:spPr>
        <p:txBody>
          <a:bodyPr>
            <a:normAutofit fontScale="925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develop a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web-based restaurant billing system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using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HTML, CSS, and JavaScript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automate the restaurant billing process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and reduce manual 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provide a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digital menu management system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veg and non-veg food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automatically calculate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subtotal, tax, discount, and final bill   amount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store and manage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invoice records using LocalStorage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enable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invoice search, deletion, and management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generate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printable and downloadable bills in PDF format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display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sales statistics through a dashboard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better monitoring.</a:t>
            </a:r>
          </a:p>
        </p:txBody>
      </p:sp>
    </p:spTree>
    <p:extLst>
      <p:ext uri="{BB962C8B-B14F-4D97-AF65-F5344CB8AC3E}">
        <p14:creationId xmlns:p14="http://schemas.microsoft.com/office/powerpoint/2010/main" val="1335864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A84E-A6F1-5F29-4291-D131BB9AF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ea typeface="+mj-ea"/>
                <a:cs typeface="+mj-cs"/>
              </a:rPr>
              <a:t>Co’s Attainments - FWD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3FFCC-9FD0-05B1-5DFF-55B10F2CD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339" y="1997765"/>
            <a:ext cx="10724322" cy="4502425"/>
          </a:xfrm>
        </p:spPr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CO1 – HTML Fundamentals: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HTML page structure (DOCTYPE, head, body)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Forms and input fields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Tables for bill display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Navigation layout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CO2 – CSS Styling: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External CSS file linking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Page layout and styling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Grid layout for dashboard cards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Responsive UI design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CO3 – JavaScript Programming: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Variables, arrays, and objects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Functions and conditional statements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Billing calculations (subtotal, tax, total)</a:t>
            </a:r>
          </a:p>
        </p:txBody>
      </p:sp>
    </p:spTree>
    <p:extLst>
      <p:ext uri="{BB962C8B-B14F-4D97-AF65-F5344CB8AC3E}">
        <p14:creationId xmlns:p14="http://schemas.microsoft.com/office/powerpoint/2010/main" val="994627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04364-9F93-44B2-E541-E79A69D10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251" y="745435"/>
            <a:ext cx="9879497" cy="562356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CO4 – DOM Manipulation: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Dynamic table creation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Event handling (onclick,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onkeyup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Updating UI using DOM methods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Menu filtering and dropdown updates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CO5 – Web Storage &amp; Application Features: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LocalStorage for storing invoices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Authentication using LocalStorage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Invoice search and delete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Dynamic dashboard update</a:t>
            </a:r>
          </a:p>
        </p:txBody>
      </p:sp>
    </p:spTree>
    <p:extLst>
      <p:ext uri="{BB962C8B-B14F-4D97-AF65-F5344CB8AC3E}">
        <p14:creationId xmlns:p14="http://schemas.microsoft.com/office/powerpoint/2010/main" val="3642207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1ECF-FCC4-2C18-9B2C-4B3E3003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Screenshots of the project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27C7AD5D-3C02-708F-1A10-480B09D53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1893322"/>
            <a:ext cx="4740166" cy="22148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0745A6-1FF0-361F-5639-70303B561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931" y="1882236"/>
            <a:ext cx="4813738" cy="2154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CD52AB-9865-A0B4-177D-169BD483B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304944"/>
            <a:ext cx="4740166" cy="22075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AE5214-779D-4DF8-47A4-60EBE4925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604" y="4304944"/>
            <a:ext cx="4944392" cy="218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64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C0BBF439-20CD-0F5E-D76F-425762E44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925" y="494643"/>
            <a:ext cx="3677163" cy="2476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205077-2E14-37BD-2A11-870487916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418" y="583679"/>
            <a:ext cx="3677163" cy="26822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BB16DD-378B-3F89-A3E4-9C65D1658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744" y="637373"/>
            <a:ext cx="3988809" cy="2574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1AE9E2-FD64-E4D0-C460-9896B9298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470" y="3429000"/>
            <a:ext cx="4452502" cy="2900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CD9FEC-61A9-2C07-0583-979FBF388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9115" y="3480318"/>
            <a:ext cx="5097517" cy="284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781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499B-5AFA-B634-1C75-4F4EBE787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D4A22-03C4-660A-84FE-5DA1F65CF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374" y="2005319"/>
            <a:ext cx="11022496" cy="4554506"/>
          </a:xfrm>
        </p:spPr>
        <p:txBody>
          <a:bodyPr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system provides an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efficient digital solution for restaurant billing operations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by automating bill generation and 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 enables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structured menu management, invoice generation, and transaction tracking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through an interactive user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implementation of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LocalStorage allows secure storage and retrieval of invoice data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effective record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Additional features such as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menu categorization, dashboard analytics, invoice search, printing, and PDF generation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enhance usability and functionality.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Overall, the proposed system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improves accuracy, reduces manual errors, and increases operational efficiency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compared to traditional manual billing systems.</a:t>
            </a:r>
          </a:p>
        </p:txBody>
      </p:sp>
    </p:spTree>
    <p:extLst>
      <p:ext uri="{BB962C8B-B14F-4D97-AF65-F5344CB8AC3E}">
        <p14:creationId xmlns:p14="http://schemas.microsoft.com/office/powerpoint/2010/main" val="829888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FFEB5-E2A1-2322-4A18-BB87AA850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Geo-tag photo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D64AA287-858B-441E-1047-5CCE50E25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5308" y="1902189"/>
            <a:ext cx="6001383" cy="450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079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E9DA72-BF8B-29EF-CEFF-1A4CFF0291F1}"/>
              </a:ext>
            </a:extLst>
          </p:cNvPr>
          <p:cNvSpPr txBox="1"/>
          <p:nvPr/>
        </p:nvSpPr>
        <p:spPr>
          <a:xfrm>
            <a:off x="2184142" y="2497976"/>
            <a:ext cx="8095486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accent3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48916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29</TotalTime>
  <Words>765</Words>
  <Application>Microsoft Office PowerPoint</Application>
  <PresentationFormat>Widescreen</PresentationFormat>
  <Paragraphs>126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Integral</vt:lpstr>
      <vt:lpstr>PowerPoint Presentation</vt:lpstr>
      <vt:lpstr>Outline</vt:lpstr>
      <vt:lpstr>Abstract</vt:lpstr>
      <vt:lpstr>Existing System</vt:lpstr>
      <vt:lpstr>Proposed system</vt:lpstr>
      <vt:lpstr>System architecture</vt:lpstr>
      <vt:lpstr>Project modules</vt:lpstr>
      <vt:lpstr>PowerPoint Presentation</vt:lpstr>
      <vt:lpstr>objectives</vt:lpstr>
      <vt:lpstr>Co’s Attainments - FWD</vt:lpstr>
      <vt:lpstr>PowerPoint Presentation</vt:lpstr>
      <vt:lpstr>Screenshots of the project</vt:lpstr>
      <vt:lpstr>PowerPoint Presentation</vt:lpstr>
      <vt:lpstr>conclusion</vt:lpstr>
      <vt:lpstr>Geo-tag photo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Kushal Kumar</dc:creator>
  <cp:lastModifiedBy>Kushal Kumar</cp:lastModifiedBy>
  <cp:revision>3</cp:revision>
  <dcterms:created xsi:type="dcterms:W3CDTF">2026-03-09T13:28:57Z</dcterms:created>
  <dcterms:modified xsi:type="dcterms:W3CDTF">2026-03-09T14:03:33Z</dcterms:modified>
</cp:coreProperties>
</file>